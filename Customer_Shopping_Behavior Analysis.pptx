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Inter" panose="020B0604020202020204" charset="0"/>
      <p:regular r:id="rId15"/>
      <p:bold r:id="rId16"/>
      <p:italic r:id="rId17"/>
      <p:boldItalic r:id="rId18"/>
    </p:embeddedFont>
    <p:embeddedFont>
      <p:font typeface="Inter Medium" panose="020B0604020202020204" charset="0"/>
      <p:regular r:id="rId19"/>
      <p:bold r:id="rId20"/>
      <p:italic r:id="rId21"/>
      <p:boldItalic r:id="rId22"/>
    </p:embeddedFont>
    <p:embeddedFont>
      <p:font typeface="Poppins" panose="00000500000000000000" pitchFamily="2" charset="0"/>
      <p:regular r:id="rId23"/>
      <p:bold r:id="rId24"/>
      <p:italic r:id="rId25"/>
      <p:boldItalic r:id="rId26"/>
    </p:embeddedFont>
    <p:embeddedFont>
      <p:font typeface="Poppins SemiBold" panose="000007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94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22E08C-2625-4524-867B-8A7FEE31FC3E}" v="1" dt="2026-04-28T07:55:05.542"/>
  </p1510:revLst>
</p1510:revInfo>
</file>

<file path=ppt/tableStyles.xml><?xml version="1.0" encoding="utf-8"?>
<a:tblStyleLst xmlns:a="http://schemas.openxmlformats.org/drawingml/2006/main" def="{462EDB4E-70F9-4434-8C28-767A926D5A64}">
  <a:tblStyle styleId="{462EDB4E-70F9-4434-8C28-767A926D5A6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30" autoAdjust="0"/>
    <p:restoredTop sz="94660"/>
  </p:normalViewPr>
  <p:slideViewPr>
    <p:cSldViewPr snapToGrid="0">
      <p:cViewPr>
        <p:scale>
          <a:sx n="66" d="100"/>
          <a:sy n="66" d="100"/>
        </p:scale>
        <p:origin x="806" y="31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mett Gilbert" userId="aa7b3766c4c24eb4" providerId="LiveId" clId="{C1022422-C44F-4721-92FF-9DDB880F5282}"/>
    <pc:docChg chg="undo custSel delSld modSld">
      <pc:chgData name="Emmett Gilbert" userId="aa7b3766c4c24eb4" providerId="LiveId" clId="{C1022422-C44F-4721-92FF-9DDB880F5282}" dt="2026-04-28T08:07:38.856" v="411" actId="14100"/>
      <pc:docMkLst>
        <pc:docMk/>
      </pc:docMkLst>
      <pc:sldChg chg="addSp delSp modSp mod">
        <pc:chgData name="Emmett Gilbert" userId="aa7b3766c4c24eb4" providerId="LiveId" clId="{C1022422-C44F-4721-92FF-9DDB880F5282}" dt="2026-04-28T08:04:51.138" v="389" actId="1076"/>
        <pc:sldMkLst>
          <pc:docMk/>
          <pc:sldMk cId="0" sldId="257"/>
        </pc:sldMkLst>
        <pc:spChg chg="mod">
          <ac:chgData name="Emmett Gilbert" userId="aa7b3766c4c24eb4" providerId="LiveId" clId="{C1022422-C44F-4721-92FF-9DDB880F5282}" dt="2026-04-28T08:04:51.138" v="389" actId="1076"/>
          <ac:spMkLst>
            <pc:docMk/>
            <pc:sldMk cId="0" sldId="257"/>
            <ac:spMk id="106" creationId="{00000000-0000-0000-0000-000000000000}"/>
          </ac:spMkLst>
        </pc:spChg>
        <pc:picChg chg="add mod ord">
          <ac:chgData name="Emmett Gilbert" userId="aa7b3766c4c24eb4" providerId="LiveId" clId="{C1022422-C44F-4721-92FF-9DDB880F5282}" dt="2026-04-28T07:40:36.482" v="25" actId="13244"/>
          <ac:picMkLst>
            <pc:docMk/>
            <pc:sldMk cId="0" sldId="257"/>
            <ac:picMk id="3" creationId="{5A3086C0-7DC6-A00F-F2A5-DE791081AD72}"/>
          </ac:picMkLst>
        </pc:picChg>
        <pc:picChg chg="mod ord">
          <ac:chgData name="Emmett Gilbert" userId="aa7b3766c4c24eb4" providerId="LiveId" clId="{C1022422-C44F-4721-92FF-9DDB880F5282}" dt="2026-04-28T07:40:45.324" v="26" actId="14100"/>
          <ac:picMkLst>
            <pc:docMk/>
            <pc:sldMk cId="0" sldId="257"/>
            <ac:picMk id="95" creationId="{00000000-0000-0000-0000-000000000000}"/>
          </ac:picMkLst>
        </pc:picChg>
        <pc:picChg chg="del mod">
          <ac:chgData name="Emmett Gilbert" userId="aa7b3766c4c24eb4" providerId="LiveId" clId="{C1022422-C44F-4721-92FF-9DDB880F5282}" dt="2026-04-28T07:38:34.489" v="6" actId="478"/>
          <ac:picMkLst>
            <pc:docMk/>
            <pc:sldMk cId="0" sldId="257"/>
            <ac:picMk id="98" creationId="{00000000-0000-0000-0000-000000000000}"/>
          </ac:picMkLst>
        </pc:picChg>
      </pc:sldChg>
      <pc:sldChg chg="modSp mod">
        <pc:chgData name="Emmett Gilbert" userId="aa7b3766c4c24eb4" providerId="LiveId" clId="{C1022422-C44F-4721-92FF-9DDB880F5282}" dt="2026-04-28T08:05:04.891" v="391" actId="1076"/>
        <pc:sldMkLst>
          <pc:docMk/>
          <pc:sldMk cId="0" sldId="258"/>
        </pc:sldMkLst>
        <pc:spChg chg="mod">
          <ac:chgData name="Emmett Gilbert" userId="aa7b3766c4c24eb4" providerId="LiveId" clId="{C1022422-C44F-4721-92FF-9DDB880F5282}" dt="2026-04-28T08:05:04.891" v="391" actId="1076"/>
          <ac:spMkLst>
            <pc:docMk/>
            <pc:sldMk cId="0" sldId="258"/>
            <ac:spMk id="125" creationId="{00000000-0000-0000-0000-000000000000}"/>
          </ac:spMkLst>
        </pc:spChg>
      </pc:sldChg>
      <pc:sldChg chg="addSp delSp modSp mod">
        <pc:chgData name="Emmett Gilbert" userId="aa7b3766c4c24eb4" providerId="LiveId" clId="{C1022422-C44F-4721-92FF-9DDB880F5282}" dt="2026-04-28T08:06:41.136" v="403" actId="1076"/>
        <pc:sldMkLst>
          <pc:docMk/>
          <pc:sldMk cId="0" sldId="259"/>
        </pc:sldMkLst>
        <pc:spChg chg="mod">
          <ac:chgData name="Emmett Gilbert" userId="aa7b3766c4c24eb4" providerId="LiveId" clId="{C1022422-C44F-4721-92FF-9DDB880F5282}" dt="2026-04-28T08:06:41.136" v="403" actId="1076"/>
          <ac:spMkLst>
            <pc:docMk/>
            <pc:sldMk cId="0" sldId="259"/>
            <ac:spMk id="132" creationId="{00000000-0000-0000-0000-000000000000}"/>
          </ac:spMkLst>
        </pc:spChg>
        <pc:spChg chg="mod">
          <ac:chgData name="Emmett Gilbert" userId="aa7b3766c4c24eb4" providerId="LiveId" clId="{C1022422-C44F-4721-92FF-9DDB880F5282}" dt="2026-04-28T08:06:36.271" v="402" actId="1076"/>
          <ac:spMkLst>
            <pc:docMk/>
            <pc:sldMk cId="0" sldId="259"/>
            <ac:spMk id="133" creationId="{00000000-0000-0000-0000-000000000000}"/>
          </ac:spMkLst>
        </pc:spChg>
        <pc:picChg chg="add mod">
          <ac:chgData name="Emmett Gilbert" userId="aa7b3766c4c24eb4" providerId="LiveId" clId="{C1022422-C44F-4721-92FF-9DDB880F5282}" dt="2026-04-28T08:04:28.780" v="387" actId="1076"/>
          <ac:picMkLst>
            <pc:docMk/>
            <pc:sldMk cId="0" sldId="259"/>
            <ac:picMk id="3" creationId="{BC7FF85E-DEEE-05DB-9788-7865D1C5FABF}"/>
          </ac:picMkLst>
        </pc:picChg>
        <pc:picChg chg="mod">
          <ac:chgData name="Emmett Gilbert" userId="aa7b3766c4c24eb4" providerId="LiveId" clId="{C1022422-C44F-4721-92FF-9DDB880F5282}" dt="2026-04-28T08:06:30.861" v="401" actId="1076"/>
          <ac:picMkLst>
            <pc:docMk/>
            <pc:sldMk cId="0" sldId="259"/>
            <ac:picMk id="131" creationId="{00000000-0000-0000-0000-000000000000}"/>
          </ac:picMkLst>
        </pc:picChg>
        <pc:picChg chg="del mod">
          <ac:chgData name="Emmett Gilbert" userId="aa7b3766c4c24eb4" providerId="LiveId" clId="{C1022422-C44F-4721-92FF-9DDB880F5282}" dt="2026-04-28T08:02:09.074" v="375" actId="478"/>
          <ac:picMkLst>
            <pc:docMk/>
            <pc:sldMk cId="0" sldId="259"/>
            <ac:picMk id="134" creationId="{00000000-0000-0000-0000-000000000000}"/>
          </ac:picMkLst>
        </pc:picChg>
      </pc:sldChg>
      <pc:sldChg chg="modSp mod">
        <pc:chgData name="Emmett Gilbert" userId="aa7b3766c4c24eb4" providerId="LiveId" clId="{C1022422-C44F-4721-92FF-9DDB880F5282}" dt="2026-04-28T08:06:53.823" v="406" actId="1076"/>
        <pc:sldMkLst>
          <pc:docMk/>
          <pc:sldMk cId="0" sldId="260"/>
        </pc:sldMkLst>
        <pc:spChg chg="mod">
          <ac:chgData name="Emmett Gilbert" userId="aa7b3766c4c24eb4" providerId="LiveId" clId="{C1022422-C44F-4721-92FF-9DDB880F5282}" dt="2026-04-28T08:06:53.823" v="406" actId="1076"/>
          <ac:spMkLst>
            <pc:docMk/>
            <pc:sldMk cId="0" sldId="260"/>
            <ac:spMk id="149" creationId="{00000000-0000-0000-0000-000000000000}"/>
          </ac:spMkLst>
        </pc:spChg>
        <pc:picChg chg="mod">
          <ac:chgData name="Emmett Gilbert" userId="aa7b3766c4c24eb4" providerId="LiveId" clId="{C1022422-C44F-4721-92FF-9DDB880F5282}" dt="2026-04-28T08:06:49.126" v="405" actId="1076"/>
          <ac:picMkLst>
            <pc:docMk/>
            <pc:sldMk cId="0" sldId="260"/>
            <ac:picMk id="145" creationId="{00000000-0000-0000-0000-000000000000}"/>
          </ac:picMkLst>
        </pc:picChg>
      </pc:sldChg>
      <pc:sldChg chg="addSp delSp modSp mod">
        <pc:chgData name="Emmett Gilbert" userId="aa7b3766c4c24eb4" providerId="LiveId" clId="{C1022422-C44F-4721-92FF-9DDB880F5282}" dt="2026-04-28T08:01:57.117" v="374" actId="478"/>
        <pc:sldMkLst>
          <pc:docMk/>
          <pc:sldMk cId="0" sldId="261"/>
        </pc:sldMkLst>
        <pc:spChg chg="del">
          <ac:chgData name="Emmett Gilbert" userId="aa7b3766c4c24eb4" providerId="LiveId" clId="{C1022422-C44F-4721-92FF-9DDB880F5282}" dt="2026-04-28T07:57:10.306" v="317" actId="478"/>
          <ac:spMkLst>
            <pc:docMk/>
            <pc:sldMk cId="0" sldId="261"/>
            <ac:spMk id="157" creationId="{00000000-0000-0000-0000-000000000000}"/>
          </ac:spMkLst>
        </pc:spChg>
        <pc:spChg chg="del">
          <ac:chgData name="Emmett Gilbert" userId="aa7b3766c4c24eb4" providerId="LiveId" clId="{C1022422-C44F-4721-92FF-9DDB880F5282}" dt="2026-04-28T07:57:11.846" v="318" actId="478"/>
          <ac:spMkLst>
            <pc:docMk/>
            <pc:sldMk cId="0" sldId="261"/>
            <ac:spMk id="158" creationId="{00000000-0000-0000-0000-000000000000}"/>
          </ac:spMkLst>
        </pc:spChg>
        <pc:spChg chg="del">
          <ac:chgData name="Emmett Gilbert" userId="aa7b3766c4c24eb4" providerId="LiveId" clId="{C1022422-C44F-4721-92FF-9DDB880F5282}" dt="2026-04-28T07:57:13.911" v="319" actId="478"/>
          <ac:spMkLst>
            <pc:docMk/>
            <pc:sldMk cId="0" sldId="261"/>
            <ac:spMk id="159" creationId="{00000000-0000-0000-0000-000000000000}"/>
          </ac:spMkLst>
        </pc:spChg>
        <pc:spChg chg="del">
          <ac:chgData name="Emmett Gilbert" userId="aa7b3766c4c24eb4" providerId="LiveId" clId="{C1022422-C44F-4721-92FF-9DDB880F5282}" dt="2026-04-28T07:56:53.844" v="313" actId="478"/>
          <ac:spMkLst>
            <pc:docMk/>
            <pc:sldMk cId="0" sldId="261"/>
            <ac:spMk id="160" creationId="{00000000-0000-0000-0000-000000000000}"/>
          </ac:spMkLst>
        </pc:spChg>
        <pc:spChg chg="mod">
          <ac:chgData name="Emmett Gilbert" userId="aa7b3766c4c24eb4" providerId="LiveId" clId="{C1022422-C44F-4721-92FF-9DDB880F5282}" dt="2026-04-28T07:59:46.822" v="344" actId="14100"/>
          <ac:spMkLst>
            <pc:docMk/>
            <pc:sldMk cId="0" sldId="261"/>
            <ac:spMk id="191" creationId="{00000000-0000-0000-0000-000000000000}"/>
          </ac:spMkLst>
        </pc:spChg>
        <pc:graphicFrameChg chg="add mod modGraphic">
          <ac:chgData name="Emmett Gilbert" userId="aa7b3766c4c24eb4" providerId="LiveId" clId="{C1022422-C44F-4721-92FF-9DDB880F5282}" dt="2026-04-28T08:01:43.817" v="369" actId="1076"/>
          <ac:graphicFrameMkLst>
            <pc:docMk/>
            <pc:sldMk cId="0" sldId="261"/>
            <ac:graphicFrameMk id="2" creationId="{FC5B7097-FC8F-E321-638A-E9FE7E269E53}"/>
          </ac:graphicFrameMkLst>
        </pc:graphicFrameChg>
        <pc:graphicFrameChg chg="del mod modGraphic">
          <ac:chgData name="Emmett Gilbert" userId="aa7b3766c4c24eb4" providerId="LiveId" clId="{C1022422-C44F-4721-92FF-9DDB880F5282}" dt="2026-04-28T07:56:19.300" v="306" actId="478"/>
          <ac:graphicFrameMkLst>
            <pc:docMk/>
            <pc:sldMk cId="0" sldId="261"/>
            <ac:graphicFrameMk id="156" creationId="{00000000-0000-0000-0000-000000000000}"/>
          </ac:graphicFrameMkLst>
        </pc:graphicFrameChg>
        <pc:picChg chg="add del mod">
          <ac:chgData name="Emmett Gilbert" userId="aa7b3766c4c24eb4" providerId="LiveId" clId="{C1022422-C44F-4721-92FF-9DDB880F5282}" dt="2026-04-28T08:01:36.490" v="368" actId="1076"/>
          <ac:picMkLst>
            <pc:docMk/>
            <pc:sldMk cId="0" sldId="261"/>
            <ac:picMk id="155" creationId="{00000000-0000-0000-0000-000000000000}"/>
          </ac:picMkLst>
        </pc:picChg>
        <pc:picChg chg="del">
          <ac:chgData name="Emmett Gilbert" userId="aa7b3766c4c24eb4" providerId="LiveId" clId="{C1022422-C44F-4721-92FF-9DDB880F5282}" dt="2026-04-28T07:51:11.655" v="112" actId="478"/>
          <ac:picMkLst>
            <pc:docMk/>
            <pc:sldMk cId="0" sldId="261"/>
            <ac:picMk id="181" creationId="{00000000-0000-0000-0000-000000000000}"/>
          </ac:picMkLst>
        </pc:picChg>
        <pc:picChg chg="del">
          <ac:chgData name="Emmett Gilbert" userId="aa7b3766c4c24eb4" providerId="LiveId" clId="{C1022422-C44F-4721-92FF-9DDB880F5282}" dt="2026-04-28T07:51:09.674" v="111" actId="478"/>
          <ac:picMkLst>
            <pc:docMk/>
            <pc:sldMk cId="0" sldId="261"/>
            <ac:picMk id="182" creationId="{00000000-0000-0000-0000-000000000000}"/>
          </ac:picMkLst>
        </pc:picChg>
        <pc:picChg chg="del">
          <ac:chgData name="Emmett Gilbert" userId="aa7b3766c4c24eb4" providerId="LiveId" clId="{C1022422-C44F-4721-92FF-9DDB880F5282}" dt="2026-04-28T07:51:07.597" v="110" actId="478"/>
          <ac:picMkLst>
            <pc:docMk/>
            <pc:sldMk cId="0" sldId="261"/>
            <ac:picMk id="183" creationId="{00000000-0000-0000-0000-000000000000}"/>
          </ac:picMkLst>
        </pc:picChg>
        <pc:picChg chg="del">
          <ac:chgData name="Emmett Gilbert" userId="aa7b3766c4c24eb4" providerId="LiveId" clId="{C1022422-C44F-4721-92FF-9DDB880F5282}" dt="2026-04-28T07:51:04.324" v="109" actId="478"/>
          <ac:picMkLst>
            <pc:docMk/>
            <pc:sldMk cId="0" sldId="261"/>
            <ac:picMk id="184" creationId="{00000000-0000-0000-0000-000000000000}"/>
          </ac:picMkLst>
        </pc:picChg>
        <pc:picChg chg="del mod">
          <ac:chgData name="Emmett Gilbert" userId="aa7b3766c4c24eb4" providerId="LiveId" clId="{C1022422-C44F-4721-92FF-9DDB880F5282}" dt="2026-04-28T07:51:13.813" v="113" actId="478"/>
          <ac:picMkLst>
            <pc:docMk/>
            <pc:sldMk cId="0" sldId="261"/>
            <ac:picMk id="185" creationId="{00000000-0000-0000-0000-000000000000}"/>
          </ac:picMkLst>
        </pc:picChg>
        <pc:picChg chg="del mod ord">
          <ac:chgData name="Emmett Gilbert" userId="aa7b3766c4c24eb4" providerId="LiveId" clId="{C1022422-C44F-4721-92FF-9DDB880F5282}" dt="2026-04-28T08:01:55.294" v="373" actId="478"/>
          <ac:picMkLst>
            <pc:docMk/>
            <pc:sldMk cId="0" sldId="261"/>
            <ac:picMk id="186" creationId="{00000000-0000-0000-0000-000000000000}"/>
          </ac:picMkLst>
        </pc:picChg>
        <pc:picChg chg="del mod">
          <ac:chgData name="Emmett Gilbert" userId="aa7b3766c4c24eb4" providerId="LiveId" clId="{C1022422-C44F-4721-92FF-9DDB880F5282}" dt="2026-04-28T08:01:22.138" v="365" actId="478"/>
          <ac:picMkLst>
            <pc:docMk/>
            <pc:sldMk cId="0" sldId="261"/>
            <ac:picMk id="187" creationId="{00000000-0000-0000-0000-000000000000}"/>
          </ac:picMkLst>
        </pc:picChg>
        <pc:picChg chg="del mod">
          <ac:chgData name="Emmett Gilbert" userId="aa7b3766c4c24eb4" providerId="LiveId" clId="{C1022422-C44F-4721-92FF-9DDB880F5282}" dt="2026-04-28T08:01:20.161" v="364" actId="478"/>
          <ac:picMkLst>
            <pc:docMk/>
            <pc:sldMk cId="0" sldId="261"/>
            <ac:picMk id="188" creationId="{00000000-0000-0000-0000-000000000000}"/>
          </ac:picMkLst>
        </pc:picChg>
        <pc:picChg chg="del mod ord">
          <ac:chgData name="Emmett Gilbert" userId="aa7b3766c4c24eb4" providerId="LiveId" clId="{C1022422-C44F-4721-92FF-9DDB880F5282}" dt="2026-04-28T08:01:57.117" v="374" actId="478"/>
          <ac:picMkLst>
            <pc:docMk/>
            <pc:sldMk cId="0" sldId="261"/>
            <ac:picMk id="189" creationId="{00000000-0000-0000-0000-000000000000}"/>
          </ac:picMkLst>
        </pc:picChg>
        <pc:picChg chg="del mod">
          <ac:chgData name="Emmett Gilbert" userId="aa7b3766c4c24eb4" providerId="LiveId" clId="{C1022422-C44F-4721-92FF-9DDB880F5282}" dt="2026-04-28T08:01:23.662" v="366" actId="478"/>
          <ac:picMkLst>
            <pc:docMk/>
            <pc:sldMk cId="0" sldId="261"/>
            <ac:picMk id="190" creationId="{00000000-0000-0000-0000-000000000000}"/>
          </ac:picMkLst>
        </pc:picChg>
      </pc:sldChg>
      <pc:sldChg chg="modSp mod">
        <pc:chgData name="Emmett Gilbert" userId="aa7b3766c4c24eb4" providerId="LiveId" clId="{C1022422-C44F-4721-92FF-9DDB880F5282}" dt="2026-04-28T08:07:02.664" v="407" actId="1076"/>
        <pc:sldMkLst>
          <pc:docMk/>
          <pc:sldMk cId="0" sldId="262"/>
        </pc:sldMkLst>
        <pc:spChg chg="mod">
          <ac:chgData name="Emmett Gilbert" userId="aa7b3766c4c24eb4" providerId="LiveId" clId="{C1022422-C44F-4721-92FF-9DDB880F5282}" dt="2026-04-28T07:49:59.884" v="98" actId="1076"/>
          <ac:spMkLst>
            <pc:docMk/>
            <pc:sldMk cId="0" sldId="262"/>
            <ac:spMk id="199" creationId="{00000000-0000-0000-0000-000000000000}"/>
          </ac:spMkLst>
        </pc:spChg>
        <pc:spChg chg="mod">
          <ac:chgData name="Emmett Gilbert" userId="aa7b3766c4c24eb4" providerId="LiveId" clId="{C1022422-C44F-4721-92FF-9DDB880F5282}" dt="2026-04-28T07:50:05.873" v="99" actId="1076"/>
          <ac:spMkLst>
            <pc:docMk/>
            <pc:sldMk cId="0" sldId="262"/>
            <ac:spMk id="200" creationId="{00000000-0000-0000-0000-000000000000}"/>
          </ac:spMkLst>
        </pc:spChg>
        <pc:spChg chg="mod">
          <ac:chgData name="Emmett Gilbert" userId="aa7b3766c4c24eb4" providerId="LiveId" clId="{C1022422-C44F-4721-92FF-9DDB880F5282}" dt="2026-04-28T07:50:25.380" v="102" actId="1076"/>
          <ac:spMkLst>
            <pc:docMk/>
            <pc:sldMk cId="0" sldId="262"/>
            <ac:spMk id="201" creationId="{00000000-0000-0000-0000-000000000000}"/>
          </ac:spMkLst>
        </pc:spChg>
        <pc:spChg chg="mod">
          <ac:chgData name="Emmett Gilbert" userId="aa7b3766c4c24eb4" providerId="LiveId" clId="{C1022422-C44F-4721-92FF-9DDB880F5282}" dt="2026-04-28T07:49:52.773" v="97" actId="1076"/>
          <ac:spMkLst>
            <pc:docMk/>
            <pc:sldMk cId="0" sldId="262"/>
            <ac:spMk id="202" creationId="{00000000-0000-0000-0000-000000000000}"/>
          </ac:spMkLst>
        </pc:spChg>
        <pc:spChg chg="mod">
          <ac:chgData name="Emmett Gilbert" userId="aa7b3766c4c24eb4" providerId="LiveId" clId="{C1022422-C44F-4721-92FF-9DDB880F5282}" dt="2026-04-28T07:50:11.152" v="100" actId="1076"/>
          <ac:spMkLst>
            <pc:docMk/>
            <pc:sldMk cId="0" sldId="262"/>
            <ac:spMk id="203" creationId="{00000000-0000-0000-0000-000000000000}"/>
          </ac:spMkLst>
        </pc:spChg>
        <pc:spChg chg="mod">
          <ac:chgData name="Emmett Gilbert" userId="aa7b3766c4c24eb4" providerId="LiveId" clId="{C1022422-C44F-4721-92FF-9DDB880F5282}" dt="2026-04-28T07:50:15.898" v="101" actId="1076"/>
          <ac:spMkLst>
            <pc:docMk/>
            <pc:sldMk cId="0" sldId="262"/>
            <ac:spMk id="204" creationId="{00000000-0000-0000-0000-000000000000}"/>
          </ac:spMkLst>
        </pc:spChg>
        <pc:spChg chg="mod">
          <ac:chgData name="Emmett Gilbert" userId="aa7b3766c4c24eb4" providerId="LiveId" clId="{C1022422-C44F-4721-92FF-9DDB880F5282}" dt="2026-04-28T08:07:02.664" v="407" actId="1076"/>
          <ac:spMkLst>
            <pc:docMk/>
            <pc:sldMk cId="0" sldId="262"/>
            <ac:spMk id="205" creationId="{00000000-0000-0000-0000-000000000000}"/>
          </ac:spMkLst>
        </pc:spChg>
      </pc:sldChg>
      <pc:sldChg chg="modSp mod">
        <pc:chgData name="Emmett Gilbert" userId="aa7b3766c4c24eb4" providerId="LiveId" clId="{C1022422-C44F-4721-92FF-9DDB880F5282}" dt="2026-04-28T08:07:10.714" v="408" actId="1076"/>
        <pc:sldMkLst>
          <pc:docMk/>
          <pc:sldMk cId="0" sldId="263"/>
        </pc:sldMkLst>
        <pc:spChg chg="mod">
          <ac:chgData name="Emmett Gilbert" userId="aa7b3766c4c24eb4" providerId="LiveId" clId="{C1022422-C44F-4721-92FF-9DDB880F5282}" dt="2026-04-28T08:07:10.714" v="408" actId="1076"/>
          <ac:spMkLst>
            <pc:docMk/>
            <pc:sldMk cId="0" sldId="263"/>
            <ac:spMk id="215" creationId="{00000000-0000-0000-0000-000000000000}"/>
          </ac:spMkLst>
        </pc:spChg>
      </pc:sldChg>
      <pc:sldChg chg="addSp delSp modSp mod">
        <pc:chgData name="Emmett Gilbert" userId="aa7b3766c4c24eb4" providerId="LiveId" clId="{C1022422-C44F-4721-92FF-9DDB880F5282}" dt="2026-04-28T07:47:45.575" v="48" actId="14100"/>
        <pc:sldMkLst>
          <pc:docMk/>
          <pc:sldMk cId="0" sldId="264"/>
        </pc:sldMkLst>
        <pc:spChg chg="mod">
          <ac:chgData name="Emmett Gilbert" userId="aa7b3766c4c24eb4" providerId="LiveId" clId="{C1022422-C44F-4721-92FF-9DDB880F5282}" dt="2026-04-28T07:47:26.883" v="45" actId="1076"/>
          <ac:spMkLst>
            <pc:docMk/>
            <pc:sldMk cId="0" sldId="264"/>
            <ac:spMk id="224" creationId="{00000000-0000-0000-0000-000000000000}"/>
          </ac:spMkLst>
        </pc:spChg>
        <pc:spChg chg="mod">
          <ac:chgData name="Emmett Gilbert" userId="aa7b3766c4c24eb4" providerId="LiveId" clId="{C1022422-C44F-4721-92FF-9DDB880F5282}" dt="2026-04-28T07:47:36.525" v="46" actId="1076"/>
          <ac:spMkLst>
            <pc:docMk/>
            <pc:sldMk cId="0" sldId="264"/>
            <ac:spMk id="225" creationId="{00000000-0000-0000-0000-000000000000}"/>
          </ac:spMkLst>
        </pc:spChg>
        <pc:spChg chg="mod">
          <ac:chgData name="Emmett Gilbert" userId="aa7b3766c4c24eb4" providerId="LiveId" clId="{C1022422-C44F-4721-92FF-9DDB880F5282}" dt="2026-04-28T07:47:40.649" v="47" actId="1076"/>
          <ac:spMkLst>
            <pc:docMk/>
            <pc:sldMk cId="0" sldId="264"/>
            <ac:spMk id="226" creationId="{00000000-0000-0000-0000-000000000000}"/>
          </ac:spMkLst>
        </pc:spChg>
        <pc:picChg chg="add mod ord">
          <ac:chgData name="Emmett Gilbert" userId="aa7b3766c4c24eb4" providerId="LiveId" clId="{C1022422-C44F-4721-92FF-9DDB880F5282}" dt="2026-04-28T07:47:45.575" v="48" actId="14100"/>
          <ac:picMkLst>
            <pc:docMk/>
            <pc:sldMk cId="0" sldId="264"/>
            <ac:picMk id="3" creationId="{D6CE6A83-8C4C-8CCA-8556-C64D85B8921A}"/>
          </ac:picMkLst>
        </pc:picChg>
        <pc:picChg chg="del mod">
          <ac:chgData name="Emmett Gilbert" userId="aa7b3766c4c24eb4" providerId="LiveId" clId="{C1022422-C44F-4721-92FF-9DDB880F5282}" dt="2026-04-28T07:45:58.777" v="35" actId="478"/>
          <ac:picMkLst>
            <pc:docMk/>
            <pc:sldMk cId="0" sldId="264"/>
            <ac:picMk id="223" creationId="{00000000-0000-0000-0000-000000000000}"/>
          </ac:picMkLst>
        </pc:picChg>
      </pc:sldChg>
      <pc:sldChg chg="addSp delSp modSp mod">
        <pc:chgData name="Emmett Gilbert" userId="aa7b3766c4c24eb4" providerId="LiveId" clId="{C1022422-C44F-4721-92FF-9DDB880F5282}" dt="2026-04-28T08:07:27.357" v="409" actId="1076"/>
        <pc:sldMkLst>
          <pc:docMk/>
          <pc:sldMk cId="0" sldId="265"/>
        </pc:sldMkLst>
        <pc:picChg chg="add mod">
          <ac:chgData name="Emmett Gilbert" userId="aa7b3766c4c24eb4" providerId="LiveId" clId="{C1022422-C44F-4721-92FF-9DDB880F5282}" dt="2026-04-28T08:07:27.357" v="409" actId="1076"/>
          <ac:picMkLst>
            <pc:docMk/>
            <pc:sldMk cId="0" sldId="265"/>
            <ac:picMk id="3" creationId="{B1A67BC8-79D8-CB45-6158-F4ABCDAF5DD5}"/>
          </ac:picMkLst>
        </pc:picChg>
        <pc:picChg chg="del mod">
          <ac:chgData name="Emmett Gilbert" userId="aa7b3766c4c24eb4" providerId="LiveId" clId="{C1022422-C44F-4721-92FF-9DDB880F5282}" dt="2026-04-28T07:44:17.151" v="31" actId="478"/>
          <ac:picMkLst>
            <pc:docMk/>
            <pc:sldMk cId="0" sldId="265"/>
            <ac:picMk id="235" creationId="{00000000-0000-0000-0000-000000000000}"/>
          </ac:picMkLst>
        </pc:picChg>
      </pc:sldChg>
      <pc:sldChg chg="modSp mod">
        <pc:chgData name="Emmett Gilbert" userId="aa7b3766c4c24eb4" providerId="LiveId" clId="{C1022422-C44F-4721-92FF-9DDB880F5282}" dt="2026-04-28T08:07:38.856" v="411" actId="14100"/>
        <pc:sldMkLst>
          <pc:docMk/>
          <pc:sldMk cId="0" sldId="266"/>
        </pc:sldMkLst>
        <pc:spChg chg="mod">
          <ac:chgData name="Emmett Gilbert" userId="aa7b3766c4c24eb4" providerId="LiveId" clId="{C1022422-C44F-4721-92FF-9DDB880F5282}" dt="2026-04-28T08:07:38.856" v="411" actId="14100"/>
          <ac:spMkLst>
            <pc:docMk/>
            <pc:sldMk cId="0" sldId="266"/>
            <ac:spMk id="254" creationId="{00000000-0000-0000-0000-000000000000}"/>
          </ac:spMkLst>
        </pc:spChg>
        <pc:picChg chg="mod">
          <ac:chgData name="Emmett Gilbert" userId="aa7b3766c4c24eb4" providerId="LiveId" clId="{C1022422-C44F-4721-92FF-9DDB880F5282}" dt="2026-04-28T07:49:30.077" v="94" actId="1076"/>
          <ac:picMkLst>
            <pc:docMk/>
            <pc:sldMk cId="0" sldId="266"/>
            <ac:picMk id="245" creationId="{00000000-0000-0000-0000-000000000000}"/>
          </ac:picMkLst>
        </pc:picChg>
      </pc:sldChg>
      <pc:sldChg chg="delSp modSp del mod">
        <pc:chgData name="Emmett Gilbert" userId="aa7b3766c4c24eb4" providerId="LiveId" clId="{C1022422-C44F-4721-92FF-9DDB880F5282}" dt="2026-04-28T07:49:19.073" v="92" actId="2696"/>
        <pc:sldMkLst>
          <pc:docMk/>
          <pc:sldMk cId="0" sldId="268"/>
        </pc:sldMkLst>
        <pc:spChg chg="del mod">
          <ac:chgData name="Emmett Gilbert" userId="aa7b3766c4c24eb4" providerId="LiveId" clId="{C1022422-C44F-4721-92FF-9DDB880F5282}" dt="2026-04-28T07:48:14.404" v="53" actId="478"/>
          <ac:spMkLst>
            <pc:docMk/>
            <pc:sldMk cId="0" sldId="268"/>
            <ac:spMk id="270" creationId="{00000000-0000-0000-0000-000000000000}"/>
          </ac:spMkLst>
        </pc:spChg>
        <pc:spChg chg="del">
          <ac:chgData name="Emmett Gilbert" userId="aa7b3766c4c24eb4" providerId="LiveId" clId="{C1022422-C44F-4721-92FF-9DDB880F5282}" dt="2026-04-28T07:48:55.750" v="83" actId="478"/>
          <ac:spMkLst>
            <pc:docMk/>
            <pc:sldMk cId="0" sldId="268"/>
            <ac:spMk id="273" creationId="{00000000-0000-0000-0000-000000000000}"/>
          </ac:spMkLst>
        </pc:spChg>
        <pc:spChg chg="del">
          <ac:chgData name="Emmett Gilbert" userId="aa7b3766c4c24eb4" providerId="LiveId" clId="{C1022422-C44F-4721-92FF-9DDB880F5282}" dt="2026-04-28T07:48:53.432" v="82" actId="478"/>
          <ac:spMkLst>
            <pc:docMk/>
            <pc:sldMk cId="0" sldId="268"/>
            <ac:spMk id="274" creationId="{00000000-0000-0000-0000-000000000000}"/>
          </ac:spMkLst>
        </pc:spChg>
        <pc:spChg chg="del">
          <ac:chgData name="Emmett Gilbert" userId="aa7b3766c4c24eb4" providerId="LiveId" clId="{C1022422-C44F-4721-92FF-9DDB880F5282}" dt="2026-04-28T07:48:59.053" v="84" actId="478"/>
          <ac:spMkLst>
            <pc:docMk/>
            <pc:sldMk cId="0" sldId="268"/>
            <ac:spMk id="275" creationId="{00000000-0000-0000-0000-000000000000}"/>
          </ac:spMkLst>
        </pc:spChg>
        <pc:spChg chg="del">
          <ac:chgData name="Emmett Gilbert" userId="aa7b3766c4c24eb4" providerId="LiveId" clId="{C1022422-C44F-4721-92FF-9DDB880F5282}" dt="2026-04-28T07:48:50.656" v="81" actId="478"/>
          <ac:spMkLst>
            <pc:docMk/>
            <pc:sldMk cId="0" sldId="268"/>
            <ac:spMk id="276" creationId="{00000000-0000-0000-0000-000000000000}"/>
          </ac:spMkLst>
        </pc:spChg>
        <pc:spChg chg="del">
          <ac:chgData name="Emmett Gilbert" userId="aa7b3766c4c24eb4" providerId="LiveId" clId="{C1022422-C44F-4721-92FF-9DDB880F5282}" dt="2026-04-28T07:49:09.945" v="91" actId="478"/>
          <ac:spMkLst>
            <pc:docMk/>
            <pc:sldMk cId="0" sldId="268"/>
            <ac:spMk id="277" creationId="{00000000-0000-0000-0000-000000000000}"/>
          </ac:spMkLst>
        </pc:spChg>
        <pc:spChg chg="del">
          <ac:chgData name="Emmett Gilbert" userId="aa7b3766c4c24eb4" providerId="LiveId" clId="{C1022422-C44F-4721-92FF-9DDB880F5282}" dt="2026-04-28T07:49:01.422" v="85" actId="478"/>
          <ac:spMkLst>
            <pc:docMk/>
            <pc:sldMk cId="0" sldId="268"/>
            <ac:spMk id="278" creationId="{00000000-0000-0000-0000-000000000000}"/>
          </ac:spMkLst>
        </pc:spChg>
        <pc:spChg chg="del mod">
          <ac:chgData name="Emmett Gilbert" userId="aa7b3766c4c24eb4" providerId="LiveId" clId="{C1022422-C44F-4721-92FF-9DDB880F5282}" dt="2026-04-28T07:48:37.232" v="64"/>
          <ac:spMkLst>
            <pc:docMk/>
            <pc:sldMk cId="0" sldId="268"/>
            <ac:spMk id="280" creationId="{00000000-0000-0000-0000-000000000000}"/>
          </ac:spMkLst>
        </pc:spChg>
        <pc:spChg chg="del mod">
          <ac:chgData name="Emmett Gilbert" userId="aa7b3766c4c24eb4" providerId="LiveId" clId="{C1022422-C44F-4721-92FF-9DDB880F5282}" dt="2026-04-28T07:48:37.235" v="66"/>
          <ac:spMkLst>
            <pc:docMk/>
            <pc:sldMk cId="0" sldId="268"/>
            <ac:spMk id="281" creationId="{00000000-0000-0000-0000-000000000000}"/>
          </ac:spMkLst>
        </pc:spChg>
        <pc:spChg chg="del mod">
          <ac:chgData name="Emmett Gilbert" userId="aa7b3766c4c24eb4" providerId="LiveId" clId="{C1022422-C44F-4721-92FF-9DDB880F5282}" dt="2026-04-28T07:48:37.237" v="70"/>
          <ac:spMkLst>
            <pc:docMk/>
            <pc:sldMk cId="0" sldId="268"/>
            <ac:spMk id="283" creationId="{00000000-0000-0000-0000-000000000000}"/>
          </ac:spMkLst>
        </pc:spChg>
        <pc:spChg chg="del mod">
          <ac:chgData name="Emmett Gilbert" userId="aa7b3766c4c24eb4" providerId="LiveId" clId="{C1022422-C44F-4721-92FF-9DDB880F5282}" dt="2026-04-28T07:48:37.237" v="68"/>
          <ac:spMkLst>
            <pc:docMk/>
            <pc:sldMk cId="0" sldId="268"/>
            <ac:spMk id="284" creationId="{00000000-0000-0000-0000-000000000000}"/>
          </ac:spMkLst>
        </pc:spChg>
        <pc:spChg chg="del mod">
          <ac:chgData name="Emmett Gilbert" userId="aa7b3766c4c24eb4" providerId="LiveId" clId="{C1022422-C44F-4721-92FF-9DDB880F5282}" dt="2026-04-28T07:48:37.238" v="72"/>
          <ac:spMkLst>
            <pc:docMk/>
            <pc:sldMk cId="0" sldId="268"/>
            <ac:spMk id="286" creationId="{00000000-0000-0000-0000-000000000000}"/>
          </ac:spMkLst>
        </pc:spChg>
        <pc:spChg chg="del mod">
          <ac:chgData name="Emmett Gilbert" userId="aa7b3766c4c24eb4" providerId="LiveId" clId="{C1022422-C44F-4721-92FF-9DDB880F5282}" dt="2026-04-28T07:48:37.239" v="74"/>
          <ac:spMkLst>
            <pc:docMk/>
            <pc:sldMk cId="0" sldId="268"/>
            <ac:spMk id="287" creationId="{00000000-0000-0000-0000-000000000000}"/>
          </ac:spMkLst>
        </pc:spChg>
        <pc:spChg chg="del mod">
          <ac:chgData name="Emmett Gilbert" userId="aa7b3766c4c24eb4" providerId="LiveId" clId="{C1022422-C44F-4721-92FF-9DDB880F5282}" dt="2026-04-28T07:48:47.755" v="80"/>
          <ac:spMkLst>
            <pc:docMk/>
            <pc:sldMk cId="0" sldId="268"/>
            <ac:spMk id="289" creationId="{00000000-0000-0000-0000-000000000000}"/>
          </ac:spMkLst>
        </pc:spChg>
        <pc:spChg chg="del">
          <ac:chgData name="Emmett Gilbert" userId="aa7b3766c4c24eb4" providerId="LiveId" clId="{C1022422-C44F-4721-92FF-9DDB880F5282}" dt="2026-04-28T07:48:06.332" v="51" actId="478"/>
          <ac:spMkLst>
            <pc:docMk/>
            <pc:sldMk cId="0" sldId="268"/>
            <ac:spMk id="290" creationId="{00000000-0000-0000-0000-000000000000}"/>
          </ac:spMkLst>
        </pc:spChg>
        <pc:spChg chg="del mod">
          <ac:chgData name="Emmett Gilbert" userId="aa7b3766c4c24eb4" providerId="LiveId" clId="{C1022422-C44F-4721-92FF-9DDB880F5282}" dt="2026-04-28T07:49:07.986" v="90"/>
          <ac:spMkLst>
            <pc:docMk/>
            <pc:sldMk cId="0" sldId="268"/>
            <ac:spMk id="291" creationId="{00000000-0000-0000-0000-000000000000}"/>
          </ac:spMkLst>
        </pc:spChg>
        <pc:spChg chg="del">
          <ac:chgData name="Emmett Gilbert" userId="aa7b3766c4c24eb4" providerId="LiveId" clId="{C1022422-C44F-4721-92FF-9DDB880F5282}" dt="2026-04-28T07:49:07.984" v="88" actId="478"/>
          <ac:spMkLst>
            <pc:docMk/>
            <pc:sldMk cId="0" sldId="268"/>
            <ac:spMk id="292" creationId="{00000000-0000-0000-0000-000000000000}"/>
          </ac:spMkLst>
        </pc:spChg>
        <pc:picChg chg="del mod">
          <ac:chgData name="Emmett Gilbert" userId="aa7b3766c4c24eb4" providerId="LiveId" clId="{C1022422-C44F-4721-92FF-9DDB880F5282}" dt="2026-04-28T07:48:02.963" v="50" actId="478"/>
          <ac:picMkLst>
            <pc:docMk/>
            <pc:sldMk cId="0" sldId="268"/>
            <ac:picMk id="269" creationId="{00000000-0000-0000-0000-000000000000}"/>
          </ac:picMkLst>
        </pc:picChg>
        <pc:picChg chg="del">
          <ac:chgData name="Emmett Gilbert" userId="aa7b3766c4c24eb4" providerId="LiveId" clId="{C1022422-C44F-4721-92FF-9DDB880F5282}" dt="2026-04-28T07:48:40.810" v="76" actId="478"/>
          <ac:picMkLst>
            <pc:docMk/>
            <pc:sldMk cId="0" sldId="268"/>
            <ac:picMk id="279" creationId="{00000000-0000-0000-0000-000000000000}"/>
          </ac:picMkLst>
        </pc:picChg>
        <pc:picChg chg="del">
          <ac:chgData name="Emmett Gilbert" userId="aa7b3766c4c24eb4" providerId="LiveId" clId="{C1022422-C44F-4721-92FF-9DDB880F5282}" dt="2026-04-28T07:48:39.409" v="75" actId="478"/>
          <ac:picMkLst>
            <pc:docMk/>
            <pc:sldMk cId="0" sldId="268"/>
            <ac:picMk id="282" creationId="{00000000-0000-0000-0000-000000000000}"/>
          </ac:picMkLst>
        </pc:picChg>
        <pc:picChg chg="del">
          <ac:chgData name="Emmett Gilbert" userId="aa7b3766c4c24eb4" providerId="LiveId" clId="{C1022422-C44F-4721-92FF-9DDB880F5282}" dt="2026-04-28T07:48:37.216" v="62" actId="478"/>
          <ac:picMkLst>
            <pc:docMk/>
            <pc:sldMk cId="0" sldId="268"/>
            <ac:picMk id="285" creationId="{00000000-0000-0000-0000-000000000000}"/>
          </ac:picMkLst>
        </pc:picChg>
        <pc:picChg chg="del">
          <ac:chgData name="Emmett Gilbert" userId="aa7b3766c4c24eb4" providerId="LiveId" clId="{C1022422-C44F-4721-92FF-9DDB880F5282}" dt="2026-04-28T07:48:42.335" v="77" actId="478"/>
          <ac:picMkLst>
            <pc:docMk/>
            <pc:sldMk cId="0" sldId="268"/>
            <ac:picMk id="288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2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095500" y="1759446"/>
            <a:ext cx="8001000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Customer Shopping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 Behavior Analysis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290887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Uncovering Spending Patterns and Consumer Trends Across 3,900 Global Transactions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715000" y="4307978"/>
            <a:ext cx="76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286000" y="4650878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Inter Medium"/>
                <a:ea typeface="Inter Medium"/>
                <a:cs typeface="Inter Medium"/>
                <a:sym typeface="Inter Medium"/>
              </a:rPr>
              <a:t>STRATEGIC INSIGHTS REPORT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690687"/>
            <a:ext cx="50387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71525" y="1690687"/>
            <a:ext cx="529066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Project Objective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71525" y="1966912"/>
            <a:ext cx="50387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This project leverages transactional data from 3,900 purchases to dissect customer behavior. We aim to guide high-level strategic decisions through data-driven insights.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3086C0-7DC6-A00F-F2A5-DE791081AD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7375" y="1726098"/>
            <a:ext cx="6333172" cy="3801091"/>
          </a:xfrm>
          <a:prstGeom prst="rect">
            <a:avLst/>
          </a:prstGeom>
        </p:spPr>
      </p:pic>
      <p:sp>
        <p:nvSpPr>
          <p:cNvPr id="99" name="Google Shape;99;p14"/>
          <p:cNvSpPr txBox="1"/>
          <p:nvPr/>
        </p:nvSpPr>
        <p:spPr>
          <a:xfrm>
            <a:off x="1114425" y="3814762"/>
            <a:ext cx="457057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65F46"/>
                </a:solidFill>
                <a:latin typeface="Poppins"/>
                <a:ea typeface="Poppins"/>
                <a:cs typeface="Poppins"/>
                <a:sym typeface="Poppins"/>
              </a:rPr>
              <a:t>Key Focus Areas</a:t>
            </a:r>
            <a:endParaRPr/>
          </a:p>
        </p:txBody>
      </p:sp>
      <p:pic>
        <p:nvPicPr>
          <p:cNvPr id="95" name="Google Shape;9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6" y="3471862"/>
            <a:ext cx="4838700" cy="27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543050" y="4271962"/>
            <a:ext cx="392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Spending patterns &amp; seasonality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1543050" y="4814887"/>
            <a:ext cx="392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Customer segmentation &amp; demographics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543050" y="5357812"/>
            <a:ext cx="392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Subscription &amp; promo efficacy</a:t>
            </a:r>
            <a:endParaRPr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14425" y="43100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14425" y="48529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14425" y="539591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962025" y="638688"/>
            <a:ext cx="45053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3741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Executive Summary</a:t>
            </a:r>
            <a:endParaRPr dirty="0"/>
          </a:p>
        </p:txBody>
      </p:sp>
      <p:sp>
        <p:nvSpPr>
          <p:cNvPr id="107" name="Google Shape;107;p14"/>
          <p:cNvSpPr/>
          <p:nvPr/>
        </p:nvSpPr>
        <p:spPr>
          <a:xfrm>
            <a:off x="771525" y="581025"/>
            <a:ext cx="57150" cy="6000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509837"/>
            <a:ext cx="3359199" cy="291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6474" y="2509837"/>
            <a:ext cx="3359199" cy="291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1424" y="2509837"/>
            <a:ext cx="3359199" cy="291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1114425" y="3509962"/>
            <a:ext cx="280706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3,900 Rows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114425" y="4024312"/>
            <a:ext cx="26733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18 unique columns covering the full lifecycle of a customer transaction.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759374" y="3509962"/>
            <a:ext cx="280706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Demographics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759374" y="4024312"/>
            <a:ext cx="26733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Granular data on Age, Gender, Location, and Subscription status.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404324" y="3509962"/>
            <a:ext cx="280706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Behavioral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404324" y="4024312"/>
            <a:ext cx="26733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Insights into Frequency, Ratings, Shipping types, and Payment methods.</a:t>
            </a:r>
            <a:endParaRPr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14425" y="289083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59374" y="289083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04324" y="2890837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962025" y="638688"/>
            <a:ext cx="6148541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3741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Inventory &amp; Structure</a:t>
            </a:r>
            <a:endParaRPr dirty="0"/>
          </a:p>
        </p:txBody>
      </p:sp>
      <p:sp>
        <p:nvSpPr>
          <p:cNvPr id="126" name="Google Shape;126;p15"/>
          <p:cNvSpPr/>
          <p:nvPr/>
        </p:nvSpPr>
        <p:spPr>
          <a:xfrm>
            <a:off x="771525" y="581025"/>
            <a:ext cx="57150" cy="6000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1000125" y="647700"/>
            <a:ext cx="4590573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3741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Preparation</a:t>
            </a:r>
            <a:endParaRPr dirty="0"/>
          </a:p>
        </p:txBody>
      </p:sp>
      <p:sp>
        <p:nvSpPr>
          <p:cNvPr id="133" name="Google Shape;133;p16"/>
          <p:cNvSpPr/>
          <p:nvPr/>
        </p:nvSpPr>
        <p:spPr>
          <a:xfrm>
            <a:off x="771525" y="570547"/>
            <a:ext cx="45719" cy="6000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1200150" y="2438400"/>
            <a:ext cx="4133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Cleaning:</a:t>
            </a: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Handled 37 missing review ratings via category-median imputation.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200150" y="3286125"/>
            <a:ext cx="41338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Engineering:</a:t>
            </a: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Created age_group bins and purchase_frequency_days metrics.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200150" y="4152900"/>
            <a:ext cx="41338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Integration:</a:t>
            </a: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Seamless ETL pipeline from Pandas to PostgreSQL for robust SQL analysis.</a:t>
            </a:r>
            <a:endParaRPr/>
          </a:p>
        </p:txBody>
      </p:sp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481262"/>
            <a:ext cx="2000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332422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41910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7FF85E-DEEE-05DB-9788-7865D1C5FA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6875" y="1444421"/>
            <a:ext cx="6400493" cy="45268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4090987"/>
            <a:ext cx="10648950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1657350"/>
            <a:ext cx="10648950" cy="461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962025" y="4281487"/>
            <a:ext cx="10267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Observation:</a:t>
            </a: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Male customers contribute over 67% of total revenue. Targeted marketing towards high-spending female demographics represents a significant growth opportunity.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962025" y="661988"/>
            <a:ext cx="10981372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3741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Revenue Distribution by Gender</a:t>
            </a:r>
            <a:endParaRPr dirty="0"/>
          </a:p>
        </p:txBody>
      </p:sp>
      <p:sp>
        <p:nvSpPr>
          <p:cNvPr id="150" name="Google Shape;150;p17"/>
          <p:cNvSpPr/>
          <p:nvPr/>
        </p:nvSpPr>
        <p:spPr>
          <a:xfrm>
            <a:off x="771525" y="581025"/>
            <a:ext cx="57150" cy="6000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/>
          <p:nvPr/>
        </p:nvSpPr>
        <p:spPr>
          <a:xfrm>
            <a:off x="771525" y="3433762"/>
            <a:ext cx="1684734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2456259" y="3433762"/>
            <a:ext cx="3412777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5869037" y="3433762"/>
            <a:ext cx="2829520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8698557" y="3433762"/>
            <a:ext cx="2721917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771525" y="3976687"/>
            <a:ext cx="1684734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2456259" y="3976687"/>
            <a:ext cx="3412777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5869037" y="3976687"/>
            <a:ext cx="2829520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8698557" y="3976687"/>
            <a:ext cx="2721917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771525" y="4519612"/>
            <a:ext cx="1684734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2456259" y="4519612"/>
            <a:ext cx="3412777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5869037" y="4519612"/>
            <a:ext cx="2829520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8698557" y="4519612"/>
            <a:ext cx="2721917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771525" y="5062537"/>
            <a:ext cx="1684734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2456259" y="5062537"/>
            <a:ext cx="3412777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5869037" y="5062537"/>
            <a:ext cx="2829520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8698557" y="5062537"/>
            <a:ext cx="2721917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771525" y="5605462"/>
            <a:ext cx="1684734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2456259" y="5605462"/>
            <a:ext cx="3412777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5869037" y="5605462"/>
            <a:ext cx="2829520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8698557" y="5605462"/>
            <a:ext cx="2721917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962025" y="637253"/>
            <a:ext cx="724791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741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Top 5 Products by Rating</a:t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771525" y="581025"/>
            <a:ext cx="57150" cy="6000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C5B7097-FC8F-E321-638A-E9FE7E269E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931384"/>
              </p:ext>
            </p:extLst>
          </p:nvPr>
        </p:nvGraphicFramePr>
        <p:xfrm>
          <a:off x="828675" y="1959848"/>
          <a:ext cx="10421272" cy="401632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05318">
                  <a:extLst>
                    <a:ext uri="{9D8B030D-6E8A-4147-A177-3AD203B41FA5}">
                      <a16:colId xmlns:a16="http://schemas.microsoft.com/office/drawing/2014/main" val="727084859"/>
                    </a:ext>
                  </a:extLst>
                </a:gridCol>
                <a:gridCol w="2605318">
                  <a:extLst>
                    <a:ext uri="{9D8B030D-6E8A-4147-A177-3AD203B41FA5}">
                      <a16:colId xmlns:a16="http://schemas.microsoft.com/office/drawing/2014/main" val="887225891"/>
                    </a:ext>
                  </a:extLst>
                </a:gridCol>
                <a:gridCol w="2605318">
                  <a:extLst>
                    <a:ext uri="{9D8B030D-6E8A-4147-A177-3AD203B41FA5}">
                      <a16:colId xmlns:a16="http://schemas.microsoft.com/office/drawing/2014/main" val="6908653"/>
                    </a:ext>
                  </a:extLst>
                </a:gridCol>
                <a:gridCol w="2605318">
                  <a:extLst>
                    <a:ext uri="{9D8B030D-6E8A-4147-A177-3AD203B41FA5}">
                      <a16:colId xmlns:a16="http://schemas.microsoft.com/office/drawing/2014/main" val="520214902"/>
                    </a:ext>
                  </a:extLst>
                </a:gridCol>
              </a:tblGrid>
              <a:tr h="669387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Rank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Item Purchase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Category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Avg. rating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693946"/>
                  </a:ext>
                </a:extLst>
              </a:tr>
              <a:tr h="669387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1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Gloves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Accessories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3.86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331553"/>
                  </a:ext>
                </a:extLst>
              </a:tr>
              <a:tr h="669387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Sandals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Footwear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3.86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319421"/>
                  </a:ext>
                </a:extLst>
              </a:tr>
              <a:tr h="669387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3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Boots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Footwear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3.82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899664"/>
                  </a:ext>
                </a:extLst>
              </a:tr>
              <a:tr h="669387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4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Hat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Accessories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3.80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852528"/>
                  </a:ext>
                </a:extLst>
              </a:tr>
              <a:tr h="669387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5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Skirt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Clothing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dirty="0"/>
                        <a:t>3.78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01459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771525" y="4684365"/>
            <a:ext cx="10648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Interestingly, the average spend is nearly identical between groups ($59.49 vs $59.87),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1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suggesting subscriptions currently impact loyalty rather than basket size.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2192018" y="1887761"/>
            <a:ext cx="2587037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27%</a:t>
            </a:r>
            <a:endParaRPr dirty="0"/>
          </a:p>
        </p:txBody>
      </p:sp>
      <p:sp>
        <p:nvSpPr>
          <p:cNvPr id="200" name="Google Shape;200;p19"/>
          <p:cNvSpPr txBox="1"/>
          <p:nvPr/>
        </p:nvSpPr>
        <p:spPr>
          <a:xfrm>
            <a:off x="2329092" y="3240434"/>
            <a:ext cx="2076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rPr>
              <a:t>Subscribed</a:t>
            </a:r>
            <a:endParaRPr dirty="0"/>
          </a:p>
        </p:txBody>
      </p:sp>
      <p:sp>
        <p:nvSpPr>
          <p:cNvPr id="201" name="Google Shape;201;p19"/>
          <p:cNvSpPr txBox="1"/>
          <p:nvPr/>
        </p:nvSpPr>
        <p:spPr>
          <a:xfrm>
            <a:off x="2388396" y="3612840"/>
            <a:ext cx="20764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1,053 Customers</a:t>
            </a:r>
            <a:endParaRPr dirty="0"/>
          </a:p>
        </p:txBody>
      </p:sp>
      <p:sp>
        <p:nvSpPr>
          <p:cNvPr id="202" name="Google Shape;202;p19"/>
          <p:cNvSpPr txBox="1"/>
          <p:nvPr/>
        </p:nvSpPr>
        <p:spPr>
          <a:xfrm>
            <a:off x="7521254" y="1874713"/>
            <a:ext cx="2478728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73%</a:t>
            </a:r>
            <a:endParaRPr dirty="0"/>
          </a:p>
        </p:txBody>
      </p:sp>
      <p:sp>
        <p:nvSpPr>
          <p:cNvPr id="203" name="Google Shape;203;p19"/>
          <p:cNvSpPr txBox="1"/>
          <p:nvPr/>
        </p:nvSpPr>
        <p:spPr>
          <a:xfrm>
            <a:off x="7727155" y="3240434"/>
            <a:ext cx="20669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rPr>
              <a:t>Non-Subscribers</a:t>
            </a:r>
            <a:endParaRPr dirty="0"/>
          </a:p>
        </p:txBody>
      </p:sp>
      <p:sp>
        <p:nvSpPr>
          <p:cNvPr id="204" name="Google Shape;204;p19"/>
          <p:cNvSpPr txBox="1"/>
          <p:nvPr/>
        </p:nvSpPr>
        <p:spPr>
          <a:xfrm>
            <a:off x="7727155" y="3619364"/>
            <a:ext cx="20669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2,847 Customers</a:t>
            </a:r>
            <a:endParaRPr dirty="0"/>
          </a:p>
        </p:txBody>
      </p:sp>
      <p:sp>
        <p:nvSpPr>
          <p:cNvPr id="205" name="Google Shape;205;p19"/>
          <p:cNvSpPr txBox="1"/>
          <p:nvPr/>
        </p:nvSpPr>
        <p:spPr>
          <a:xfrm>
            <a:off x="958215" y="670582"/>
            <a:ext cx="10981372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3741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Subscription Penetration</a:t>
            </a:r>
            <a:endParaRPr dirty="0"/>
          </a:p>
        </p:txBody>
      </p:sp>
      <p:sp>
        <p:nvSpPr>
          <p:cNvPr id="206" name="Google Shape;206;p19"/>
          <p:cNvSpPr/>
          <p:nvPr/>
        </p:nvSpPr>
        <p:spPr>
          <a:xfrm>
            <a:off x="771525" y="581025"/>
            <a:ext cx="57150" cy="6000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1657350"/>
            <a:ext cx="10648950" cy="461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771525" y="4848225"/>
            <a:ext cx="106489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The "Young Adult" segment is the primary revenue driver, but the variance across age groups is narrow, indicating a highly versatile product appeal.</a:t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771525" y="4657725"/>
            <a:ext cx="106489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958215" y="630555"/>
            <a:ext cx="10981372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3741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Revenue Contribution by Age Group</a:t>
            </a:r>
            <a:endParaRPr dirty="0"/>
          </a:p>
        </p:txBody>
      </p:sp>
      <p:sp>
        <p:nvSpPr>
          <p:cNvPr id="216" name="Google Shape;216;p20"/>
          <p:cNvSpPr/>
          <p:nvPr/>
        </p:nvSpPr>
        <p:spPr>
          <a:xfrm>
            <a:off x="771525" y="581025"/>
            <a:ext cx="57150" cy="6000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CE6A83-8C4C-8CCA-8556-C64D85B892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257" y="1278074"/>
            <a:ext cx="6308470" cy="4787626"/>
          </a:xfrm>
          <a:prstGeom prst="rect">
            <a:avLst/>
          </a:prstGeom>
        </p:spPr>
      </p:pic>
      <p:pic>
        <p:nvPicPr>
          <p:cNvPr id="222" name="Google Shape;22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2062162"/>
            <a:ext cx="50387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7053877" y="2214562"/>
            <a:ext cx="4610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Loyal (3,116):</a:t>
            </a:r>
            <a:r>
              <a:rPr lang="en-US" sz="150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Customers with a deep history of consistent engagement.</a:t>
            </a:r>
            <a:endParaRPr dirty="0"/>
          </a:p>
        </p:txBody>
      </p:sp>
      <p:sp>
        <p:nvSpPr>
          <p:cNvPr id="225" name="Google Shape;225;p21"/>
          <p:cNvSpPr txBox="1"/>
          <p:nvPr/>
        </p:nvSpPr>
        <p:spPr>
          <a:xfrm>
            <a:off x="7053877" y="3062287"/>
            <a:ext cx="4610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Returning (701):</a:t>
            </a:r>
            <a:r>
              <a:rPr lang="en-US" sz="150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Buyers who have re-engaged after an initial purchase.</a:t>
            </a:r>
            <a:endParaRPr dirty="0"/>
          </a:p>
        </p:txBody>
      </p:sp>
      <p:sp>
        <p:nvSpPr>
          <p:cNvPr id="226" name="Google Shape;226;p21"/>
          <p:cNvSpPr txBox="1"/>
          <p:nvPr/>
        </p:nvSpPr>
        <p:spPr>
          <a:xfrm>
            <a:off x="7053877" y="3910012"/>
            <a:ext cx="4610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New (83):</a:t>
            </a:r>
            <a:r>
              <a:rPr lang="en-US" sz="1500" b="0" i="0" u="none" strike="noStrike" cap="none" dirty="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The smallest segment, indicating a need for improved acquisition strategies.</a:t>
            </a:r>
            <a:endParaRPr dirty="0"/>
          </a:p>
        </p:txBody>
      </p:sp>
      <p:sp>
        <p:nvSpPr>
          <p:cNvPr id="227" name="Google Shape;227;p21"/>
          <p:cNvSpPr txBox="1"/>
          <p:nvPr/>
        </p:nvSpPr>
        <p:spPr>
          <a:xfrm>
            <a:off x="962025" y="581025"/>
            <a:ext cx="10981372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741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Behavioral Segmentation</a:t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771525" y="581025"/>
            <a:ext cx="57150" cy="6000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8000" y="2314575"/>
            <a:ext cx="4562475" cy="22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2"/>
          <p:cNvSpPr txBox="1"/>
          <p:nvPr/>
        </p:nvSpPr>
        <p:spPr>
          <a:xfrm>
            <a:off x="7048500" y="771525"/>
            <a:ext cx="4590573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741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Insights Dashboard</a:t>
            </a:r>
            <a:endParaRPr/>
          </a:p>
        </p:txBody>
      </p:sp>
      <p:sp>
        <p:nvSpPr>
          <p:cNvPr id="237" name="Google Shape;237;p22"/>
          <p:cNvSpPr/>
          <p:nvPr/>
        </p:nvSpPr>
        <p:spPr>
          <a:xfrm>
            <a:off x="6858000" y="771525"/>
            <a:ext cx="57150" cy="6000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6858000" y="1562100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Our Power BI integration provides real-time visibility into: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6858000" y="4724400"/>
            <a:ext cx="45624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Visualizing the data revealed that Clothing and Accessories dominate total sales, while Express Shipping users tend to spend marginally more per transaction ($60.48 vs $58.46).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7200900" y="2657475"/>
            <a:ext cx="38766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Key KPI Metrics: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Avg. Purchase: $59.76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Avg. Rating: 3.75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A67BC8-79D8-CB45-6158-F4ABCDAF5D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377" y="566086"/>
            <a:ext cx="5716302" cy="57163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1200150" y="3119437"/>
            <a:ext cx="46577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Boost Subscriptions:</a:t>
            </a: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Promote exclusive benefits to the 73% non-subscriber base.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1200150" y="3967162"/>
            <a:ext cx="46577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Loyalty Programs:</a:t>
            </a: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Focus on moving "Returning" buyers into the "Loyal" tier.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6762750" y="3119437"/>
            <a:ext cx="46577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Margin Control:</a:t>
            </a: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Re-evaluate discount policies on products like Hats (50% discount rate).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6762750" y="3967162"/>
            <a:ext cx="46577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Targeted Ads:</a:t>
            </a:r>
            <a:r>
              <a:rPr lang="en-US" sz="1500" b="0" i="0" u="none" strike="noStrike" cap="non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Focus digital spend on the high-revenue Young Adult group.</a:t>
            </a:r>
            <a:endParaRPr/>
          </a:p>
        </p:txBody>
      </p:sp>
      <p:pic>
        <p:nvPicPr>
          <p:cNvPr id="250" name="Google Shape;25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31575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40052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15753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400526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3"/>
          <p:cNvSpPr txBox="1"/>
          <p:nvPr/>
        </p:nvSpPr>
        <p:spPr>
          <a:xfrm>
            <a:off x="986314" y="640556"/>
            <a:ext cx="6884471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37415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Business Recommendations</a:t>
            </a:r>
            <a:endParaRPr dirty="0"/>
          </a:p>
        </p:txBody>
      </p:sp>
      <p:sp>
        <p:nvSpPr>
          <p:cNvPr id="255" name="Google Shape;255;p23"/>
          <p:cNvSpPr/>
          <p:nvPr/>
        </p:nvSpPr>
        <p:spPr>
          <a:xfrm>
            <a:off x="771525" y="581025"/>
            <a:ext cx="57150" cy="6000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4"/>
          <p:cNvSpPr txBox="1"/>
          <p:nvPr/>
        </p:nvSpPr>
        <p:spPr>
          <a:xfrm>
            <a:off x="2095500" y="2091779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2286000" y="3234779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Thank you for your time. For detailed SQL queries or the Python cleaning scripts, please refer to the project repository.</a:t>
            </a:r>
            <a:endParaRPr/>
          </a:p>
        </p:txBody>
      </p:sp>
      <p:sp>
        <p:nvSpPr>
          <p:cNvPr id="263" name="Google Shape;263;p24"/>
          <p:cNvSpPr/>
          <p:nvPr/>
        </p:nvSpPr>
        <p:spPr>
          <a:xfrm>
            <a:off x="5715000" y="4251870"/>
            <a:ext cx="762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4"/>
          <p:cNvSpPr txBox="1"/>
          <p:nvPr/>
        </p:nvSpPr>
        <p:spPr>
          <a:xfrm>
            <a:off x="2286000" y="4594770"/>
            <a:ext cx="7620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DATA ANALYSIS | Q2 REPORT | RETAIL STRATEGY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481</Words>
  <Application>Microsoft Office PowerPoint</Application>
  <PresentationFormat>Widescreen</PresentationFormat>
  <Paragraphs>74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Inter</vt:lpstr>
      <vt:lpstr>Arial</vt:lpstr>
      <vt:lpstr>Poppins</vt:lpstr>
      <vt:lpstr>Calibri</vt:lpstr>
      <vt:lpstr>Inter Medium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Emmett Gilbert</cp:lastModifiedBy>
  <cp:revision>1</cp:revision>
  <dcterms:modified xsi:type="dcterms:W3CDTF">2026-04-28T08:07:45Z</dcterms:modified>
</cp:coreProperties>
</file>